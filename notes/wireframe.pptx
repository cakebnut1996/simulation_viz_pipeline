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E6CA-FDAC-2E4D-92E4-E55A4D612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12AAA-A172-F149-3CA9-48A672658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016AD-003F-7D21-ED12-A6673531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4AE9-37FF-44AE-B3EA-BB190F59CA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DF69-0610-A3D5-4629-381A4D37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8C67F-BD36-4FE9-164C-6D295A56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884-D957-40FF-83A6-E9093B84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61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56BB-E202-E28E-EF02-1AA65B02A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C9BB2-0B1B-ACCC-2131-EF51C8DE2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99059-EFCF-3509-F581-D7CA0487E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4AE9-37FF-44AE-B3EA-BB190F59CA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45282-DFCE-CADC-A54D-6EE1AB3F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6D1F6-E6A9-91AE-CFC9-5308FE809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884-D957-40FF-83A6-E9093B84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4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ED94C-4437-ABE5-A395-E06FFFE8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E70DE-C1E8-D6F0-795D-410294F0C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8CC6A-E4A7-1E11-97C6-5005E6834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4AE9-37FF-44AE-B3EA-BB190F59CA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64387-663F-3691-FD62-BC819BF6B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136EE-9EA3-F230-089D-B69DCC5E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884-D957-40FF-83A6-E9093B84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55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3546-825B-F97C-DF9B-CCC86D13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9BFE-FED3-04B1-F546-E5B57377E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4C073-891F-E549-48BD-E2F567CE2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C8396-0294-BF40-8980-635C0A57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4AE9-37FF-44AE-B3EA-BB190F59CA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AFAD5-51AF-2659-EC6F-78497D4DB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AFFDC-C418-1D9F-40D5-DD703E44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884-D957-40FF-83A6-E9093B84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6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9AE70-EB96-5ACA-DAF2-A78094548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82C04-90BC-715D-AD89-36F03FC9C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43942-4E39-F803-3160-7E95686DF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0F244-CA61-9802-94AD-DFF3971BE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1981C-6DFB-CB02-44FE-D98BE3BF2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7B6169-9B10-E878-255F-2B98DDFD5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4AE9-37FF-44AE-B3EA-BB190F59CA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87C4F-0B31-1269-E103-1F34F9E19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F64D4-3FD9-BBFB-85C3-B0096E1A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884-D957-40FF-83A6-E9093B84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5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C6800-C9F6-D9EE-728C-F5EA4245C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193E3-AB3D-4C13-C666-50E4ACCF4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4AE9-37FF-44AE-B3EA-BB190F59CA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02335-5CEA-0D15-FFF7-73F89278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58BF2-7014-22A3-2006-DBA21E85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884-D957-40FF-83A6-E9093B84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4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0B986-7E9C-8ECB-886B-471769C7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4AE9-37FF-44AE-B3EA-BB190F59CA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A980E-AFD5-4946-8840-727064AB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BE1B4-6102-1E4E-4C98-F1C0416D5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884-D957-40FF-83A6-E9093B84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95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AB91-645F-C6C0-BE7A-71AD8909A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4C2CD-7671-C650-18C6-F9798754F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17434-A0FE-D79B-A712-57456CFE9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33B3D-C96F-35A2-4019-23BC77E9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4AE9-37FF-44AE-B3EA-BB190F59CA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F6C8E-A0F4-6536-9928-0A67F5BC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37FDB-2A83-D46F-B7AB-4CFFB7A4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884-D957-40FF-83A6-E9093B84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7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3BC81-5625-038B-BC18-5644ABFE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F5A785-1CF8-272B-4F34-92331BEAC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3C09B-81B7-DE56-B0C8-8A76E650D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1758D-AD63-6DE7-65A8-6AB412BCB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4AE9-37FF-44AE-B3EA-BB190F59CA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E76FC-0CDD-F605-9394-E3643A18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0B9D2-C085-88BF-D340-B11A5324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884-D957-40FF-83A6-E9093B84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0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B8253-7651-EE85-C141-DC97B817C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383DC-96F5-EC9D-B8BC-C16E234E4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90880-9AB9-5C26-4613-32E07975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4AE9-37FF-44AE-B3EA-BB190F59CA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E4059-D784-A13C-2F3A-B9DCC6355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2AB22-48C3-A9A2-7B01-7CECA0C0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884-D957-40FF-83A6-E9093B84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53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033B4-D188-B85E-A05E-90880B0818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5D08B-A3A4-D0F3-D7D4-7C6EBDD2D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D9B5-CD08-2C5E-891F-DC0082141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74AE9-37FF-44AE-B3EA-BB190F59CA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33A68-44AC-3DF6-62D0-2BF629B56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D7FEC-0C73-04DF-9E1D-00AD7963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A5884-D957-40FF-83A6-E9093B84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13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3F66C-718F-8743-5A13-458BB4EC7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7C2B6-4996-E879-48EA-7874AD403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762BF-15DF-420E-5D0F-D3CE3911B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74AE9-37FF-44AE-B3EA-BB190F59CA8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E3A7D-5E3D-9866-B3AE-66E53D305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9FB0E-3573-B64F-7C9A-3BC89C784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A5884-D957-40FF-83A6-E9093B840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46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7E8A3C-9982-98FD-0B2B-48C80758F5DB}"/>
              </a:ext>
            </a:extLst>
          </p:cNvPr>
          <p:cNvSpPr/>
          <p:nvPr/>
        </p:nvSpPr>
        <p:spPr>
          <a:xfrm>
            <a:off x="4882240" y="141515"/>
            <a:ext cx="3369129" cy="29173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Selected intersection 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AB9472-9033-CE3C-89E5-072BC9E60ABC}"/>
              </a:ext>
            </a:extLst>
          </p:cNvPr>
          <p:cNvSpPr/>
          <p:nvPr/>
        </p:nvSpPr>
        <p:spPr>
          <a:xfrm>
            <a:off x="772883" y="285984"/>
            <a:ext cx="3918858" cy="4200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Select scenario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B4FEA4-B6BB-229D-2DC8-5D567268E270}"/>
              </a:ext>
            </a:extLst>
          </p:cNvPr>
          <p:cNvCxnSpPr/>
          <p:nvPr/>
        </p:nvCxnSpPr>
        <p:spPr>
          <a:xfrm>
            <a:off x="435428" y="3352796"/>
            <a:ext cx="11604171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1580FA-E449-30E2-8553-60166DF89FAE}"/>
              </a:ext>
            </a:extLst>
          </p:cNvPr>
          <p:cNvSpPr/>
          <p:nvPr/>
        </p:nvSpPr>
        <p:spPr>
          <a:xfrm>
            <a:off x="4882240" y="3646711"/>
            <a:ext cx="3369130" cy="29173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Selected intersection 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F54308-2EE9-572D-8508-A7CBB8981F67}"/>
              </a:ext>
            </a:extLst>
          </p:cNvPr>
          <p:cNvSpPr txBox="1"/>
          <p:nvPr/>
        </p:nvSpPr>
        <p:spPr>
          <a:xfrm>
            <a:off x="8403771" y="810636"/>
            <a:ext cx="3788229" cy="1687890"/>
          </a:xfrm>
          <a:prstGeom prst="ellipse">
            <a:avLst/>
          </a:prstGeom>
          <a:solidFill>
            <a:schemeClr val="bg2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Show Input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</a:rPr>
              <a:t>Original queue length + highlight change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0817C2-147C-914C-30B0-33F1E47113FF}"/>
              </a:ext>
            </a:extLst>
          </p:cNvPr>
          <p:cNvSpPr/>
          <p:nvPr/>
        </p:nvSpPr>
        <p:spPr>
          <a:xfrm>
            <a:off x="2073727" y="4401049"/>
            <a:ext cx="2618014" cy="8023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Average queue length of the selected intersection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734C2E-72B5-6468-3375-AE0AF0533B54}"/>
              </a:ext>
            </a:extLst>
          </p:cNvPr>
          <p:cNvSpPr txBox="1"/>
          <p:nvPr/>
        </p:nvSpPr>
        <p:spPr>
          <a:xfrm>
            <a:off x="8403771" y="4380908"/>
            <a:ext cx="3788229" cy="1255097"/>
          </a:xfrm>
          <a:prstGeom prst="ellipse">
            <a:avLst/>
          </a:prstGeom>
          <a:solidFill>
            <a:schemeClr val="bg2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Show Output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</a:rPr>
              <a:t>New queue length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4FEFD-05F3-E73C-75E3-A04BB21B24BA}"/>
              </a:ext>
            </a:extLst>
          </p:cNvPr>
          <p:cNvSpPr/>
          <p:nvPr/>
        </p:nvSpPr>
        <p:spPr>
          <a:xfrm>
            <a:off x="2073727" y="5332375"/>
            <a:ext cx="2618014" cy="6477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Average queue length of all area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D8FBD6-CD97-B086-D6D2-A298FFEC1167}"/>
              </a:ext>
            </a:extLst>
          </p:cNvPr>
          <p:cNvSpPr/>
          <p:nvPr/>
        </p:nvSpPr>
        <p:spPr>
          <a:xfrm>
            <a:off x="2073727" y="1566712"/>
            <a:ext cx="2618014" cy="8023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Average queue length of the selected intersection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35CF24-958A-0E34-98BD-D7C0F47F7AAE}"/>
              </a:ext>
            </a:extLst>
          </p:cNvPr>
          <p:cNvSpPr/>
          <p:nvPr/>
        </p:nvSpPr>
        <p:spPr>
          <a:xfrm>
            <a:off x="2073727" y="2498526"/>
            <a:ext cx="2618014" cy="6477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Average queue length of all area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FFFCB5-2894-C020-1CF5-B95F978BAEA3}"/>
              </a:ext>
            </a:extLst>
          </p:cNvPr>
          <p:cNvSpPr txBox="1"/>
          <p:nvPr/>
        </p:nvSpPr>
        <p:spPr>
          <a:xfrm>
            <a:off x="484412" y="2269532"/>
            <a:ext cx="1273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Before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CD3CEC-7B66-512F-E5B4-9A9D5510744E}"/>
              </a:ext>
            </a:extLst>
          </p:cNvPr>
          <p:cNvSpPr txBox="1"/>
          <p:nvPr/>
        </p:nvSpPr>
        <p:spPr>
          <a:xfrm>
            <a:off x="484412" y="5018684"/>
            <a:ext cx="1273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5B20D9-C372-B5F2-3DEB-8E1C5B67A9B1}"/>
              </a:ext>
            </a:extLst>
          </p:cNvPr>
          <p:cNvSpPr/>
          <p:nvPr/>
        </p:nvSpPr>
        <p:spPr>
          <a:xfrm>
            <a:off x="772883" y="899931"/>
            <a:ext cx="3918858" cy="4732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Select time</a:t>
            </a:r>
          </a:p>
        </p:txBody>
      </p:sp>
    </p:spTree>
    <p:extLst>
      <p:ext uri="{BB962C8B-B14F-4D97-AF65-F5344CB8AC3E}">
        <p14:creationId xmlns:p14="http://schemas.microsoft.com/office/powerpoint/2010/main" val="1165537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51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Pan, Melrose</dc:creator>
  <cp:lastModifiedBy>Pan, Melrose</cp:lastModifiedBy>
  <cp:revision>2</cp:revision>
  <dcterms:created xsi:type="dcterms:W3CDTF">2025-09-22T17:01:31Z</dcterms:created>
  <dcterms:modified xsi:type="dcterms:W3CDTF">2025-09-22T20:51:23Z</dcterms:modified>
</cp:coreProperties>
</file>